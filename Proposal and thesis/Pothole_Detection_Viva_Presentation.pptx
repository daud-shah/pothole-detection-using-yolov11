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Pothole Detection using YOLOv11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Proposal - BSCS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Mohib Malik (538)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Agriculture, Peshawar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inspection is slow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assessments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repairs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accidents increase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damage costs rise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deteriorates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at risk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Pothole Detection using YOLOv11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 from video feeds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accuracy using deep learning (YOLOv11)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alerts to authorities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application with user-friendly GUI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logging and reporting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YOLOv11?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YOLO Version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6576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Accuracy (mAP &gt; 85%)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36576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Object 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83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Enhanced backbone architecture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Anchor-free detection head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Optimized for edge deployment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Works under varying light conditions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potholes of various sizes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live video in real-time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instant visual alerts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high precision &amp; recall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Objectives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user-friendly desktop GUI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video files &amp; live camera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automatic logs/reports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for standard hardware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Dataset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Roboflow - Pothole Detection Dataset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Size: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~3,500 annotated images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Ratio: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Training: 70% (2,800-3,500 images)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Validation: 20% (800-1,000 images)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Testing: 10% (400-500 images)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Flip, Rotation, Brightness, Blur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Model Training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18872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YOLOv11m / YOLOv11l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Size: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640x640 pixels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Epochs: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100-150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/ Kaggle GPU (Tesla T4/A100)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Performance: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mAP50 &gt; 85%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mAP50-95 &gt; 70%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Inference Speed &gt; 30 FPS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097280"/>
            <a:ext cx="54864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920240" y="117043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Module (Video/Camera)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1691640"/>
            <a:ext cx="54864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176479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Frame Extraction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235915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YOLOv11 Detection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880360"/>
            <a:ext cx="54864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95351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Alert Generation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3474720"/>
            <a:ext cx="54864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354787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GUI Display + Logging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3200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Programming Language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3.10+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PyTorch, Ultralytics YOLOv11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Vision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 Framework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Tkinter / PyQt5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Management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Roboflow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Platform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Colab / Kaggle GPU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/ JSON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 (14 Weeks)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383280"/>
        </p:xfrm>
        <a:graphic>
          <a:graphicData uri="http://schemas.openxmlformats.org/drawingml/2006/table">
            <a:tbl>
              <a:tblPr/>
              <a:tblGrid>
                <a:gridCol w="548640"/>
                <a:gridCol w="4572000"/>
                <a:gridCol w="1371600"/>
              </a:tblGrid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 Study &amp; Planning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1-2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Collection &amp; Annotation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3-4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Training &amp;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5-7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Development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8-10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System + GUI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11-12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 &amp; Refinements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18872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Trained YOLOv11 model with mAP50 &gt; 85%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Desktop application with intuitive GUI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Real-time detection at 30+ FPS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Automated alert and logging system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Complete documentation and final report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 &amp;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Efficiency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road accidents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maintenance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Cost-efficient automation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Infrastructure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integration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practical application of AI in civil engineering and contributes to interdisciplinary research in infrastructure monitoring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pothole detection using YOLOv11 will improve road safety, reduce maintenance costs, and contribute to smarter infrastructure management.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Pothole Detection using YOLOv11</dc:title>
  <dc:subject>PptxGenJS Presentation</dc:subject>
  <dc:creator>Mohib Malik</dc:creator>
  <cp:lastModifiedBy>Mohib Malik</cp:lastModifiedBy>
  <cp:revision>1</cp:revision>
  <dcterms:created xsi:type="dcterms:W3CDTF">2026-02-16T16:37:36Z</dcterms:created>
  <dcterms:modified xsi:type="dcterms:W3CDTF">2026-02-16T16:37:36Z</dcterms:modified>
</cp:coreProperties>
</file>